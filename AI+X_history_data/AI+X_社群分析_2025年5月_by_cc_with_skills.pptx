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78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AI+X 社群聊天记录分析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E4447"/>
                </a:solidFill>
              </a:defRPr>
            </a:pPr>
            <a:r>
              <a:t>社区活动与知识分享回顾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EA8A7"/>
                </a:solidFill>
              </a:defRPr>
            </a:pPr>
            <a:r>
              <a:t>2025年5月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7884"/>
          </a:solidFill>
          <a:ln w="63500"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社区概况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277884"/>
                </a:solidFill>
              </a:defRPr>
            </a:pPr>
            <a:r>
              <a:t>AI+X 社区核心特色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非商业化、纯粹的AI知识分享平台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分布式自媒体联动，打造AI知识宇宙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微信知识库为主战场，收录社区成员优质文章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贡献值体系，让每个人都被看到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线下活动组织，华东、华南地区网友见面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7884"/>
          </a:solidFill>
          <a:ln w="63500"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5月重点活动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知识库建设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启动微信IMA知识库</a:t>
            </a:r>
          </a:p>
          <a:p>
            <a:pPr>
              <a:defRPr sz="1400"/>
            </a:pPr>
            <a:r>
              <a:t>收录社区成员公众号文章</a:t>
            </a:r>
          </a:p>
          <a:p>
            <a:pPr>
              <a:defRPr sz="1400"/>
            </a:pPr>
            <a:r>
              <a:t>分门别类整理AI主题</a:t>
            </a:r>
          </a:p>
          <a:p>
            <a:pPr>
              <a:defRPr sz="1400"/>
            </a:pPr>
            <a:r>
              <a:t>支持智能问答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3657600" cy="731520"/>
          </a:xfrm>
          <a:prstGeom prst="rect">
            <a:avLst/>
          </a:prstGeom>
          <a:solidFill>
            <a:srgbClr val="5EA8A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163篇文章已收录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社区贡献激励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64592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4月份贡献度统计</a:t>
            </a:r>
          </a:p>
          <a:p>
            <a:pPr>
              <a:defRPr sz="1400"/>
            </a:pPr>
            <a:r>
              <a:t>最佳问题奖：佑禾</a:t>
            </a:r>
          </a:p>
          <a:p>
            <a:pPr>
              <a:defRPr sz="1400"/>
            </a:pPr>
            <a:r>
              <a:t>最佳创意奖：御风现梦</a:t>
            </a:r>
          </a:p>
          <a:p>
            <a:pPr>
              <a:defRPr sz="1400"/>
            </a:pPr>
            <a:r>
              <a:t>最佳工具奖：张三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474720"/>
            <a:ext cx="3657600" cy="731520"/>
          </a:xfrm>
          <a:prstGeom prst="rect">
            <a:avLst/>
          </a:prstGeom>
          <a:solidFill>
            <a:srgbClr val="5EA8A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每月评选</a:t>
            </a:r>
          </a:p>
          <a:p>
            <a:r>
              <a:t>让贡献者被看到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7884"/>
          </a:solidFill>
          <a:ln w="63500"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技术工具分享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社区成员贡献的实用工具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743200" cy="1371600"/>
          </a:xfrm>
          <a:prstGeom prst="rect">
            <a:avLst/>
          </a:prstGeom>
          <a:solidFill>
            <a:srgbClr val="F5F5F5"/>
          </a:solidFill>
          <a:ln w="381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77884"/>
                </a:solidFill>
              </a:defRPr>
            </a:pPr>
            <a:r>
              <a:t>公众号导出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张三分享的工具，可一键导出公众号文章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828800"/>
            <a:ext cx="2743200" cy="1371600"/>
          </a:xfrm>
          <a:prstGeom prst="rect">
            <a:avLst/>
          </a:prstGeom>
          <a:solidFill>
            <a:srgbClr val="F5F5F5"/>
          </a:solidFill>
          <a:ln w="381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77884"/>
                </a:solidFill>
              </a:defRPr>
            </a:pPr>
            <a:r>
              <a:t>AI视频生成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御风现梦研究的多种风格视频生成技术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2743200" cy="1371600"/>
          </a:xfrm>
          <a:prstGeom prst="rect">
            <a:avLst/>
          </a:prstGeom>
          <a:solidFill>
            <a:srgbClr val="F5F5F5"/>
          </a:solidFill>
          <a:ln w="381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77884"/>
                </a:solidFill>
              </a:defRPr>
            </a:pPr>
            <a:r>
              <a:t>表情包制作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探索AI生成GIF表情包的流程化方案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solidFill>
            <a:srgbClr val="FE44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i="1">
                <a:solidFill>
                  <a:srgbClr val="FFFFFF"/>
                </a:solidFill>
              </a:defRPr>
            </a:pPr>
            <a:r>
              <a:t>"开始用数据资产的视角去写和保存公众号"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7884"/>
          </a:solidFill>
          <a:ln w="63500"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未来规划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6月活动预告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914400" cy="365760"/>
          </a:xfrm>
          <a:prstGeom prst="rect">
            <a:avLst/>
          </a:prstGeom>
          <a:solidFill>
            <a:srgbClr val="FE44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828800"/>
            <a:ext cx="704088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组织华东地区小伙伴前往华南进行线下交流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914400" cy="365760"/>
          </a:xfrm>
          <a:prstGeom prst="rect">
            <a:avLst/>
          </a:prstGeom>
          <a:solidFill>
            <a:srgbClr val="FE44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持续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2468880"/>
            <a:ext cx="704088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继续完善知识库内容，收录更多优质AI文章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914400" cy="365760"/>
          </a:xfrm>
          <a:prstGeom prst="rect">
            <a:avLst/>
          </a:prstGeom>
          <a:solidFill>
            <a:srgbClr val="FE44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探索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3108960"/>
            <a:ext cx="704088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体验AI+X小程序，探索更多AI应用场景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40"/>
            <a:ext cx="914400" cy="365760"/>
          </a:xfrm>
          <a:prstGeom prst="rect">
            <a:avLst/>
          </a:prstGeom>
          <a:solidFill>
            <a:srgbClr val="FE44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合作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3749040"/>
            <a:ext cx="704088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带着社区知识库寻求与腾讯等平台的合作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78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500"/>
              </a:spcAft>
              <a:defRPr sz="2400">
                <a:solidFill>
                  <a:srgbClr val="FFFFFF"/>
                </a:solidFill>
              </a:defRPr>
            </a:pPr>
            <a:r>
              <a:t>"提供真正的价值，穿越时间周期波动，做最共享普惠的 AI + X 分享"</a:t>
            </a:r>
          </a:p>
          <a:p>
            <a:pPr algn="ctr">
              <a:defRPr sz="1600">
                <a:solidFill>
                  <a:srgbClr val="5EA8A7"/>
                </a:solidFill>
              </a:defRPr>
            </a:pPr>
            <a:r>
              <a:t>—— AI+X 社区愿景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E4447"/>
                </a:solidFill>
              </a:defRPr>
            </a:pPr>
            <a:r>
              <a:t>给所有纯粹的AI文章们一个家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